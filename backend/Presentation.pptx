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3657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6400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VSB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Student Monitoring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CSE (AIML) Department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</a:rPr>
              <a:t>VSB College of Engineering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An Autonomous Institution | Accredited by NBA &amp; NAAC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Report Generated: 10/8/2026, 12:16:17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Total Students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9184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LeetCode Completions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</a:rPr>
              <a:t>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2648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Total Registrations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96112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Impositions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LeetCode Completions by Student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4389120"/>
            <a:ext cx="941832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06908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G Hemanth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Event Registrations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228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Student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Hackathons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Internships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Courses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G Hemanth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Task Completion Report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315200" cy="45720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228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Completions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FDS Assignment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Top Performers (LeetCode)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</a:tblGrid>
              <a:tr h="182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Rank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Student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Year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Solved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G Hemanth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2nd Year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Report</dc:title>
  <dc:subject>PptxGenJS Presentation</dc:subject>
  <dc:creator>CSE(AIML) Monitoring System</dc:creator>
  <cp:lastModifiedBy>CSE(AIML) Monitoring System</cp:lastModifiedBy>
  <cp:revision>1</cp:revision>
  <dcterms:created xsi:type="dcterms:W3CDTF">2026-08-10T06:46:17Z</dcterms:created>
  <dcterms:modified xsi:type="dcterms:W3CDTF">2026-08-10T06:46:17Z</dcterms:modified>
</cp:coreProperties>
</file>